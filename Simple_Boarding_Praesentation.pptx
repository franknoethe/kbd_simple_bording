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Simple 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666666"/>
                </a:solidFill>
              </a:defRPr>
            </a:pPr>
            <a:r>
              <a:t>Strukturierter und effizienter Einstiegsprozess</a:t>
            </a:r>
          </a:p>
          <a:p>
            <a:pPr>
              <a:spcAft>
                <a:spcPts val="1000"/>
              </a:spcAft>
              <a:defRPr sz="2000">
                <a:solidFill>
                  <a:srgbClr val="666666"/>
                </a:solidFill>
              </a:defRPr>
            </a:pPr>
            <a:r>
              <a:t>Präsentation für Onboarding und Einarbeitung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Simple Boarding | Folie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Ziele des Boardings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Schnelle Orientierung für neue Mitarbeiter oder Teilnehmer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Einheitlicher und nachvollziehbarer Einarbeitungsprozess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Klare Erwartungen, Rollen und Verantwortlichkeiten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Sicherer Einstieg in Aufgaben, Systeme und Abläufe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Simple Boarding | Folie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Warum Simple Boarding?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Reduziert Unsicherheiten in der Startphase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Spart Zeit durch klare Abläufe und Zuständigkeiten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Verbessert Kommunikation und Zusammenarbeit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Erhöht Produktivität und Zufriedenheit frühzeitig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Simple Boarding | Folie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Ablauf im 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1. Vorbereitung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2. Begrüßung und Einführung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3. Fachliche und organisatorische Einarbeitung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4. Begleitung im Alltag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5. Abschluss und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Simple Boarding | Folie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1. Vorbereitung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Boarding-Termin und Agenda festlegen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Unterlagen, Arbeitsmittel und Zugänge vorbereiten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Ansprechpartner benennen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Teilnehmer vorab informieren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Simple Boarding | Folie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2. Begrüßung und Einführung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Willkommen und persönliche Vorstellung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Ziele und Ablauf des Boardings erläutern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Organisation, Team und Rollen vorstellen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Erste Orientierung im Arbeitsumfeld geben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Simple Boarding | Folie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3. Fachliche Einarbeitung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Relevante Prozesse und Arbeitsweisen erklären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Systeme, Tools und Standards vorstellen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Erste Aufgaben oder Übungen gemeinsam durchführen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Wichtige Dokumente und Informationen bereitstellen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Simple Boarding | Folie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4. Begleitung im Einstieg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Regelmäßige kurze Check-ins durchführen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Fragen und Unsicherheiten zeitnah klären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Fortschritt transparent besprechen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Unterstützung durch Fachbereich und Führungskraft sicherstellen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Simple Boarding | Folie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5. Abschluss und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Wichtigste Inhalte zusammenfassen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Offene Punkte dokumentieren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Nächste Schritte und Ziele festlegen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Feedback zum Boarding-Prozess einholen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Simple Boarding | Folie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Nutzen für das Unternehmen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Schnellere Integration neuer Mitarbeiter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Weniger Reibungsverluste in der Einarbeitung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Höhere Transparenz und Verbindlichkeit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Kontinuierliche Verbesserung durch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Simple Boarding | Folie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Simple Boarding schafft Struktur und Klarheit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Gute Vorbereitung erleichtert den erfolgreichen Einstieg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Begleitung und Feedback sichern nachhaltigen Lernerfolg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Ein standardisierter Prozess stärkt Qualität und Effizienz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Simple Boarding | Folie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Vielen Dank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Fragen?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Diskussion und nächste Schritte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Simple Boarding | Folie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